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5" d="100"/>
          <a:sy n="45" d="100"/>
        </p:scale>
        <p:origin x="186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34D5-08D4-6E28-0604-A34570C49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81A7-94BE-2950-8118-24074585E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A0AE8-CD14-42E5-9159-692BEA13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FB97C-3974-6D46-2BA9-9990461C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AEA-36EF-9E54-570B-D7515DF3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26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D0CA-5841-2A5C-3A16-66F10016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F3DA-F031-1D26-10EE-8EF53703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07337-A385-C737-7415-A9212BCA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F1CE4-A959-20D2-E7B1-441F074A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658E9-9444-89F8-95CD-5FED2D91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7BE3-9E39-DA99-E46A-AE834E65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659FF-F7FF-0174-9538-E3FD4C38E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E133-39C7-3341-A170-638F7834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2DFB6-B01B-B7BD-BB23-C80489FE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32768-E000-82AF-EFC4-569AAF15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71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785D-B296-A054-12B3-113B8051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5D141-4771-3C16-1AAA-7290EF98B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1B6BE-F242-3F36-94D1-7D4E1B879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0D9D2-4A05-1EF1-D4FF-BE0A15FA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2FB1D-CE5A-8894-1A63-A92B52F7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03550-3008-D3D4-082D-48901088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54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3F33-94F9-1CA8-40F4-04326C4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BB1F-3596-74C1-500D-DF9EDA607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F7093-3EB3-B643-71F9-0F0338B04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B9A46-BD79-26FA-CE1E-D898514FF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FAF02-116F-F22E-6C8D-F82EDB5E7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EF21F-EC71-CC2A-14FF-C32244C8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08734-44BC-763B-CCC7-43C25DDD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E473A8-BFAA-513A-A970-1E0B13E8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3CA6-AA69-01D3-34D8-7B82ABC1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7DE63-4272-179E-B627-40A78ACC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C10CD-3BC2-4081-5CA8-0D9DC3F7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CDEEE-7A8D-BF9F-25B9-B691B09A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3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2B123-CB82-9FA7-9405-D8F89EF2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4DDBF-E273-4129-CC25-A6D6E94C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187F6-4456-460C-6222-ABC996C3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1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06DA-290E-F4E7-84E4-5E8C559A3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8051-52B7-CDB9-19D7-CB7263580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F4C0A-5686-63FA-1BEB-5055539B7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2B8F4-306B-AEBA-D128-0FD56475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EB2D2-C5C8-54C6-D550-1BCFC8DF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44200-3C7A-C111-FBFB-8123EACA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44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C63E-1F67-EB1F-D19F-288528A0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B21D2-437D-C949-3B2F-EF873583A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DB940-E603-2BAD-8CB7-BD83A6E0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5488C-346C-00D2-1B00-4DBBF08D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94AAE-27C9-138D-2035-494DBDBE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E5F47-4CC6-E14F-3C75-65677C26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4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E477-F13F-AB20-794A-959EDC67C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54638-6317-7673-6AE0-C5751EFC7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1ACF3-891F-C24E-B6F4-2B1427D6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F779-49B4-4CA8-C961-45644528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C36E1-D709-2D32-366D-9C266011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05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4C115-704C-423D-CC23-49164B18F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34EBB-58A3-D55E-B96A-DA68C9D3F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27A95-8B89-37E8-8A15-9CAD19D6A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06584-C72A-67D8-BFEB-0553EC0B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2841C-988E-7163-C509-35CCDBDF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00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EAF5C-9A0D-4B29-8928-C2E196F4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6D4CC-8933-72B5-2F4F-E0E76DF1D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415CC-4273-BA01-F952-2E299218E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46E1F-736D-4CF6-A461-EA2D056754B7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1CC30-65E9-F03A-C8BF-86F3B16CF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EF051-E86B-797C-EF4F-969DF0C17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264FC-56F5-400B-BC4F-A681622DE8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26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mglonly/simple-dinosurus-dataset" TargetMode="External"/><Relationship Id="rId2" Type="http://schemas.openxmlformats.org/officeDocument/2006/relationships/hyperlink" Target="https://www.kaggle.com/datasets/larserikrisholm/dinosaur-image-dataset-15-speci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caokhoihuynh/jurassic-world-dinosaur" TargetMode="External"/><Relationship Id="rId4" Type="http://schemas.openxmlformats.org/officeDocument/2006/relationships/hyperlink" Target="https://www.kaggle.com/datasets/antaresl/jurassic-park-dinosaurs-datase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EC28-AE88-E5E2-DFD9-9C493B959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This dinosaur does not exists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BE780-E450-85AB-55BD-01B5F60D5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</a:t>
            </a:r>
            <a:r>
              <a:rPr lang="sk-SK" dirty="0" err="1"/>
              <a:t>áclav</a:t>
            </a:r>
            <a:r>
              <a:rPr lang="sk-SK" dirty="0"/>
              <a:t> </a:t>
            </a:r>
            <a:r>
              <a:rPr lang="sk-SK" dirty="0" err="1"/>
              <a:t>Krňák</a:t>
            </a:r>
            <a:r>
              <a:rPr lang="sk-SK" dirty="0"/>
              <a:t>, Matej Kukurugya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24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EC7B-FDBF-0624-C056-C03C011C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Čeho</a:t>
            </a:r>
            <a:r>
              <a:rPr lang="sk-SK" dirty="0"/>
              <a:t> sme </a:t>
            </a:r>
            <a:r>
              <a:rPr lang="sk-SK" dirty="0" err="1"/>
              <a:t>chtěli</a:t>
            </a:r>
            <a:r>
              <a:rPr lang="sk-SK" dirty="0"/>
              <a:t> </a:t>
            </a:r>
            <a:r>
              <a:rPr lang="sk-SK" dirty="0" err="1"/>
              <a:t>dosáhnout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0238E-6333-6039-76EF-D84B58EE0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Natrénovat</a:t>
            </a:r>
            <a:r>
              <a:rPr lang="sk-SK" dirty="0"/>
              <a:t> model, </a:t>
            </a:r>
            <a:r>
              <a:rPr lang="sk-SK" dirty="0" err="1"/>
              <a:t>který</a:t>
            </a:r>
            <a:r>
              <a:rPr lang="sk-SK" dirty="0"/>
              <a:t> by generoval obrázky r</a:t>
            </a:r>
            <a:r>
              <a:rPr lang="en-GB" dirty="0"/>
              <a:t>ů</a:t>
            </a:r>
            <a:r>
              <a:rPr lang="sk-SK" dirty="0" err="1"/>
              <a:t>zných</a:t>
            </a:r>
            <a:r>
              <a:rPr lang="sk-SK" dirty="0"/>
              <a:t> </a:t>
            </a:r>
            <a:r>
              <a:rPr lang="sk-SK" dirty="0" err="1"/>
              <a:t>dinosaurú</a:t>
            </a:r>
            <a:endParaRPr lang="sk-SK" dirty="0"/>
          </a:p>
          <a:p>
            <a:r>
              <a:rPr lang="sk-SK" dirty="0"/>
              <a:t>Využití </a:t>
            </a:r>
            <a:r>
              <a:rPr lang="sk-SK" dirty="0" err="1"/>
              <a:t>školního</a:t>
            </a:r>
            <a:r>
              <a:rPr lang="sk-SK" dirty="0"/>
              <a:t> </a:t>
            </a:r>
            <a:r>
              <a:rPr lang="sk-SK" dirty="0" err="1"/>
              <a:t>hpc</a:t>
            </a:r>
            <a:r>
              <a:rPr lang="sk-SK" dirty="0"/>
              <a:t> </a:t>
            </a:r>
            <a:r>
              <a:rPr lang="sk-SK" dirty="0" err="1"/>
              <a:t>clusteru</a:t>
            </a:r>
            <a:r>
              <a:rPr lang="sk-SK" dirty="0"/>
              <a:t> a trénovaní na grafických kartách</a:t>
            </a:r>
          </a:p>
          <a:p>
            <a:r>
              <a:rPr lang="sk-SK" dirty="0" err="1"/>
              <a:t>Porovnání</a:t>
            </a:r>
            <a:r>
              <a:rPr lang="sk-SK" dirty="0"/>
              <a:t> r</a:t>
            </a:r>
            <a:r>
              <a:rPr lang="en-GB" dirty="0"/>
              <a:t>ů</a:t>
            </a:r>
            <a:r>
              <a:rPr lang="sk-SK" dirty="0" err="1"/>
              <a:t>zných</a:t>
            </a:r>
            <a:r>
              <a:rPr lang="sk-SK" dirty="0"/>
              <a:t> model</a:t>
            </a:r>
            <a:r>
              <a:rPr lang="en-GB" dirty="0"/>
              <a:t>ů</a:t>
            </a:r>
          </a:p>
        </p:txBody>
      </p:sp>
    </p:spTree>
    <p:extLst>
      <p:ext uri="{BB962C8B-B14F-4D97-AF65-F5344CB8AC3E}">
        <p14:creationId xmlns:p14="http://schemas.microsoft.com/office/powerpoint/2010/main" val="428835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0BC5-3D4D-72B1-1673-3A9927EB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Naše </a:t>
            </a:r>
            <a:r>
              <a:rPr lang="sk-SK" dirty="0" err="1"/>
              <a:t>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8A439-15FA-0F78-1596-5DD8FBC95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https://www.kaggle.com/datasets/larserikrisholm/dinosaur-image-dataset-15-species</a:t>
            </a:r>
            <a:r>
              <a:rPr lang="en-GB" dirty="0"/>
              <a:t> – 2448 - 510MB</a:t>
            </a:r>
            <a:endParaRPr lang="sk-SK" dirty="0"/>
          </a:p>
          <a:p>
            <a:r>
              <a:rPr lang="en-GB" dirty="0">
                <a:hlinkClick r:id="rId3"/>
              </a:rPr>
              <a:t>https://www.kaggle.com/datasets/cmglonly/simple-dinosurus-dataset</a:t>
            </a:r>
            <a:r>
              <a:rPr lang="en-GB" dirty="0"/>
              <a:t> - 200 - 58MB</a:t>
            </a:r>
            <a:endParaRPr lang="sk-SK" dirty="0"/>
          </a:p>
          <a:p>
            <a:r>
              <a:rPr lang="en-GB" dirty="0">
                <a:hlinkClick r:id="rId4"/>
              </a:rPr>
              <a:t>https://www.kaggle.com/datasets/antaresl/jurassic-park-dinosaurs-dataset</a:t>
            </a:r>
            <a:r>
              <a:rPr lang="sk-SK" dirty="0"/>
              <a:t> - </a:t>
            </a:r>
            <a:r>
              <a:rPr lang="en-GB" dirty="0"/>
              <a:t>4364</a:t>
            </a:r>
            <a:r>
              <a:rPr lang="sk-SK" dirty="0"/>
              <a:t> - </a:t>
            </a:r>
            <a:r>
              <a:rPr lang="en-GB" dirty="0"/>
              <a:t>4GB</a:t>
            </a:r>
            <a:endParaRPr lang="sk-SK" dirty="0"/>
          </a:p>
          <a:p>
            <a:r>
              <a:rPr lang="en-GB" dirty="0">
                <a:hlinkClick r:id="rId5"/>
              </a:rPr>
              <a:t>https://www.kaggle.com/datasets/caokhoihuynh/jurassic-world-dinosaur</a:t>
            </a:r>
            <a:r>
              <a:rPr lang="en-GB" dirty="0"/>
              <a:t> - 5835 - 1.6GB</a:t>
            </a:r>
          </a:p>
        </p:txBody>
      </p:sp>
    </p:spTree>
    <p:extLst>
      <p:ext uri="{BB962C8B-B14F-4D97-AF65-F5344CB8AC3E}">
        <p14:creationId xmlns:p14="http://schemas.microsoft.com/office/powerpoint/2010/main" val="163123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B138-2425-B524-C769-8D95E04C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Využité modely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0853-48CB-5C12-C443-DE0467D9C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Variational</a:t>
            </a:r>
            <a:r>
              <a:rPr lang="sk-SK" dirty="0"/>
              <a:t> </a:t>
            </a:r>
            <a:r>
              <a:rPr lang="sk-SK" dirty="0" err="1"/>
              <a:t>autoencoder</a:t>
            </a:r>
            <a:r>
              <a:rPr lang="sk-SK" dirty="0"/>
              <a:t> </a:t>
            </a:r>
            <a:r>
              <a:rPr lang="en-GB" dirty="0"/>
              <a:t>(VAE)</a:t>
            </a:r>
          </a:p>
          <a:p>
            <a:pPr lvl="1"/>
            <a:r>
              <a:rPr lang="en-GB" dirty="0"/>
              <a:t>6 x 48 epoch,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Deep convolutional generative adversarial network (DCGAN)</a:t>
            </a:r>
          </a:p>
        </p:txBody>
      </p:sp>
    </p:spTree>
    <p:extLst>
      <p:ext uri="{BB962C8B-B14F-4D97-AF65-F5344CB8AC3E}">
        <p14:creationId xmlns:p14="http://schemas.microsoft.com/office/powerpoint/2010/main" val="374299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CF4B-067C-288B-788F-ABAA40FC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Výsledky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779D-3771-D38A-8DFF-F586CFCB0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84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5E3C-38D9-7A0F-97B2-0E661B5B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Možná </a:t>
            </a:r>
            <a:r>
              <a:rPr lang="sk-SK" dirty="0" err="1"/>
              <a:t>výlepšení</a:t>
            </a:r>
            <a:r>
              <a:rPr lang="sk-SK" dirty="0"/>
              <a:t> a úpravy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ED9F-1229-6072-62A0-D46017A9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48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C965-977D-3FF1-A8D4-613A4257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 err="1"/>
              <a:t>Děkujeme</a:t>
            </a:r>
            <a:r>
              <a:rPr lang="sk-SK" dirty="0"/>
              <a:t> za </a:t>
            </a:r>
            <a:r>
              <a:rPr lang="sk-SK" dirty="0" err="1"/>
              <a:t>pozornost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39D3-3CE6-B95C-42B5-487C2409C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447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139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This dinosaur does not exists</vt:lpstr>
      <vt:lpstr>Čeho sme chtěli dosáhnout</vt:lpstr>
      <vt:lpstr>Naše data</vt:lpstr>
      <vt:lpstr>Využité modely</vt:lpstr>
      <vt:lpstr>Výsledky</vt:lpstr>
      <vt:lpstr>Možná výlepšení a úpravy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Kukurugya</dc:creator>
  <cp:lastModifiedBy>Matej Kukurugya</cp:lastModifiedBy>
  <cp:revision>1</cp:revision>
  <dcterms:created xsi:type="dcterms:W3CDTF">2026-01-11T16:24:23Z</dcterms:created>
  <dcterms:modified xsi:type="dcterms:W3CDTF">2026-01-12T15:11:09Z</dcterms:modified>
</cp:coreProperties>
</file>